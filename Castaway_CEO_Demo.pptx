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Leagues per Season</c:v>
                </c:pt>
              </c:strCache>
            </c:strRef>
          </c:tx>
          <c:spPr>
            <a:solidFill>
              <a:srgbClr val="E861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4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S50
(Now)</c:v>
                  </c:pt>
                  <c:pt idx="1">
                    <c:v>S51
(Fall '26)</c:v>
                  </c:pt>
                  <c:pt idx="2">
                    <c:v>S52
(Spr '27)</c:v>
                  </c:pt>
                  <c:pt idx="3">
                    <c:v>BB28
(Sum '27)</c:v>
                  </c:pt>
                  <c:pt idx="4">
                    <c:v>S53
(Fall '27)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150</c:v>
                </c:pt>
                <c:pt idx="2">
                  <c:v>400</c:v>
                </c:pt>
                <c:pt idx="3">
                  <c:v>300</c:v>
                </c:pt>
                <c:pt idx="4">
                  <c:v>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4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74320"/>
            <a:ext cx="2011680" cy="2011680"/>
          </a:xfrm>
          <a:prstGeom prst="ellipse">
            <a:avLst/>
          </a:prstGeom>
          <a:solidFill>
            <a:srgbClr val="2A203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2A203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CASTAWAY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Fantasy League Platform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Demo &amp; Roadmap to Profitability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—  Confidential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4160520"/>
            <a:ext cx="7680960" cy="777240"/>
          </a:xfrm>
          <a:prstGeom prst="rect">
            <a:avLst/>
          </a:prstGeom>
          <a:solidFill>
            <a:srgbClr val="2A2035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1440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346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83464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5488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75488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Live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751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67512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4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Castaway?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for reality TV fantasy leagues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931920" cy="457200"/>
          </a:xfrm>
          <a:prstGeom prst="rect">
            <a:avLst/>
          </a:prstGeom>
          <a:solidFill>
            <a:srgbClr val="1A142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sports is a $30B+ market — reality TV is untapped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averages 5-7M viewers per episode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platform exists for reality TV fantasy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viral loop: friends invite friends to leagues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revenue: new seasons = automatic re-engagement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749040" cy="45720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2121408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join a league with friends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2532888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draft your team of Survivors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2944368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as the season unfolds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3355848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standings on the live leaderboard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3767328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takes bragging rights (or the pot)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4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Built &amp; Live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 in production — Survivor Season 50 running now with 20 active users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Teams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auth, 1:1 user-to-team, invite codes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813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Draft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84048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Admin-configured order, real-time pick progression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4813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System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7512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GameEvent submission + admin approval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2084832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945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584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Zero-storage calc, 15 event types, weekly breakdowns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91840" y="2084832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19456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84048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recalculation, scoring dialog, category views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26480" y="2084832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19456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7512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67512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mgmt, contestants, episodes, event review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57200" y="2798064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2907792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0584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00584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offline-capable via Serwist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3291840" y="2798064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2907792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84048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384048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draft analysis, A/B scoring comparison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6126480" y="2798064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07792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67512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Mgmt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667512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Contestants, episodes, tribes, readiness checks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457200" y="3511296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3621024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0584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Tribe Swaps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1005840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tracking, bulk membership, dynamic tribes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3291840" y="3511296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3621024"/>
            <a:ext cx="347472" cy="34747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84048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3840480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toggles for experimental features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6126480" y="3511296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208" y="3621024"/>
            <a:ext cx="347472" cy="34747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67512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Access</a:t>
            </a:r>
            <a:endParaRPr lang="en-US" sz="1200" dirty="0"/>
          </a:p>
        </p:txBody>
      </p:sp>
      <p:sp>
        <p:nvSpPr>
          <p:cNvPr id="52" name="Text 38"/>
          <p:cNvSpPr/>
          <p:nvPr/>
        </p:nvSpPr>
        <p:spPr>
          <a:xfrm>
            <a:off x="6675120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visibility, public read paths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457200" y="4224528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4334256"/>
            <a:ext cx="347472" cy="347472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100584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</a:t>
            </a:r>
            <a:endParaRPr lang="en-US" sz="1200" dirty="0"/>
          </a:p>
        </p:txBody>
      </p:sp>
      <p:sp>
        <p:nvSpPr>
          <p:cNvPr id="56" name="Text 41"/>
          <p:cNvSpPr/>
          <p:nvPr/>
        </p:nvSpPr>
        <p:spPr>
          <a:xfrm>
            <a:off x="100584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flow for paid league access</a:t>
            </a:r>
            <a:endParaRPr lang="en-US" sz="900" dirty="0"/>
          </a:p>
        </p:txBody>
      </p:sp>
      <p:sp>
        <p:nvSpPr>
          <p:cNvPr id="57" name="Shape 42"/>
          <p:cNvSpPr/>
          <p:nvPr/>
        </p:nvSpPr>
        <p:spPr>
          <a:xfrm>
            <a:off x="3291840" y="4224528"/>
            <a:ext cx="26517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1568" y="4334256"/>
            <a:ext cx="347472" cy="347472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384048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Schema</a:t>
            </a:r>
            <a:endParaRPr lang="en-US" sz="1200" dirty="0"/>
          </a:p>
        </p:txBody>
      </p:sp>
      <p:sp>
        <p:nvSpPr>
          <p:cNvPr id="60" name="Text 44"/>
          <p:cNvSpPr/>
          <p:nvPr/>
        </p:nvSpPr>
        <p:spPr>
          <a:xfrm>
            <a:off x="384048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Show/Season/League/Membership models</a:t>
            </a:r>
            <a:endParaRPr lang="en-US" sz="9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" y="4754880"/>
            <a:ext cx="228600" cy="228600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60120" y="4727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9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features live in production on Railway — zero-downtime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4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8-minute tour of the production app — real Season 50 data, real users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50292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standings — Cameron at #1 with 24pts, week-by-week breakdown, 17 teams competing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11680"/>
            <a:ext cx="64008" cy="502920"/>
          </a:xfrm>
          <a:prstGeom prst="rect">
            <a:avLst/>
          </a:prstGeom>
          <a:solidFill>
            <a:srgbClr val="1A142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011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011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Survivor S50 players, grouped by tribe (Vatu/Kalo), photos, points, elimination badges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06040"/>
            <a:ext cx="64008" cy="50292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06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Scoring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approved game events across 4 weeks — tribal councils, challenges, idol plays, all with point breakdowns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64008" cy="502920"/>
          </a:xfrm>
          <a:prstGeom prst="rect">
            <a:avLst/>
          </a:prstGeom>
          <a:solidFill>
            <a:srgbClr val="1A142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4:30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3200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Per-contestant score cards with recent events and weekly scoring trends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794760"/>
            <a:ext cx="64008" cy="50292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794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3794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users, 24 contestants, 138 scoring events, 13 episodes — full admin control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389120"/>
            <a:ext cx="64008" cy="502920"/>
          </a:xfrm>
          <a:prstGeom prst="rect">
            <a:avLst/>
          </a:prstGeom>
          <a:solidFill>
            <a:srgbClr val="1A1425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389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7:00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00200" y="4389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08960" y="4389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draft analysis — show how we help users make data-driven draft picks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4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infrastructure built for reliability and growth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2648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+ React 19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+ PostgreSQL on Railway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 with role-based access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Serwist PWA for mobile installs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+ shadcn/ui components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data visualization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 on all 28 API routes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Profitability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finish Season 50, launch multi-season, scale revenue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97480" cy="3383280"/>
          </a:xfrm>
          <a:prstGeom prst="rect">
            <a:avLst/>
          </a:prstGeom>
          <a:solidFill>
            <a:srgbClr val="2A2035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435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1435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 May '26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S50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468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Sprint 2 multi-tenancy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merge/finale features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immunity + jury tracking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Fire-making challenge events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UI and business guards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417320"/>
            <a:ext cx="2697480" cy="3383280"/>
          </a:xfrm>
          <a:prstGeom prst="rect">
            <a:avLst/>
          </a:prstGeom>
          <a:solidFill>
            <a:srgbClr val="2A2035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435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51960" y="1435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- Sep '26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2044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Multi-Season Launch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520440" y="2468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league creation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onboarding flow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51 support (new cast)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invites + viral sharing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Stripe-powered paid leagues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417320"/>
            <a:ext cx="2697480" cy="3383280"/>
          </a:xfrm>
          <a:prstGeom prst="rect">
            <a:avLst/>
          </a:prstGeom>
          <a:solidFill>
            <a:srgbClr val="2A2035"/>
          </a:solidFill>
          <a:ln/>
        </p:spPr>
      </p:sp>
      <p:sp>
        <p:nvSpPr>
          <p:cNvPr id="19" name="Shape 16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1435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32320" y="1435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'26 - Mar '27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Monetize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00800" y="2468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Big Brother, The Traitors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league tiers + analytics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tools + custom scoring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500+ paid leagues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4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 tied to the natural rhythm of reality TV seasons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228600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Leagues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$5-15/season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entry fee for premium leagues with enhanced features, custom scoring, and prizes.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22402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leagues x 10 players x $10 = $50K/season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417320"/>
            <a:ext cx="64008" cy="228600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Plans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$9-29/mo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for league commissioners with advanced tools, analytics, and multi-league management.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017520"/>
            <a:ext cx="22402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between seasons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417320"/>
            <a:ext cx="64008" cy="228600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Expansion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 multiplier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show (Big Brother, The Traitors, Amazing Race) multiplies the user base with minimal new development.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3017520"/>
            <a:ext cx="22402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new audiences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57200" y="3840480"/>
          <a:ext cx="82296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4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Milestones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Season 50 pilot to multi-show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36576" cy="338328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490472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435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417320"/>
            <a:ext cx="66751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17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Complete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4173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fully scoped — any league can onboard via slug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52728" y="2057400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20025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1984248"/>
            <a:ext cx="66751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9842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S50 Merge &amp; Finale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19842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post-merge features, jury, fire-making, winner event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52728" y="2624328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25694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2551176"/>
            <a:ext cx="66751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20240" y="25511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25511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create a league, invite friends, and start drafting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52728" y="3191256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3136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83080" y="3118104"/>
            <a:ext cx="66751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20240" y="3118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51 Launch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31181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multi-season run with 100+ leagues and Stripe payments live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52728" y="3758184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83080" y="3685032"/>
            <a:ext cx="66751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20240" y="36850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Show (Big Brother)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36850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expansion — same codebase, new show config, new audience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252728" y="4325112"/>
            <a:ext cx="274320" cy="274320"/>
          </a:xfrm>
          <a:prstGeom prst="ellipse">
            <a:avLst/>
          </a:prstGeom>
          <a:solidFill>
            <a:srgbClr val="E8611A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2702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83080" y="4251960"/>
            <a:ext cx="66751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20240" y="4251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Paid Leagues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97680" y="42519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 — platform is self-sustaining with 3 shows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A203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2A203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Forward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product to reality TV's fantasy platform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12724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 live, 20 users, real Season 50 data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58444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ships this sprint — leagues can self-serve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041648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432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51 launch targets 100+ paid leagues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498848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74320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leagues across 3 shows by March 2027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61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Castaway — CEO Demo &amp; Roadmap to Profitability</dc:title>
  <dc:subject>PptxGenJS Presentation</dc:subject>
  <dc:creator>Castaway</dc:creator>
  <cp:lastModifiedBy>Castaway</cp:lastModifiedBy>
  <cp:revision>1</cp:revision>
  <dcterms:created xsi:type="dcterms:W3CDTF">2026-03-23T23:01:41Z</dcterms:created>
  <dcterms:modified xsi:type="dcterms:W3CDTF">2026-03-23T23:01:41Z</dcterms:modified>
</cp:coreProperties>
</file>